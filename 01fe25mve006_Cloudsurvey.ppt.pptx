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0" r:id="rId9"/>
    <p:sldId id="261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7CD1A-C1ED-4254-BBB2-62AE3B64A4B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7B080-A3E6-4E21-BC31-BE51F46A6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3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7B080-A3E6-4E21-BC31-BE51F46A62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5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Replit</a:t>
            </a:r>
            <a:r>
              <a:rPr dirty="0"/>
              <a:t> Free </a:t>
            </a:r>
            <a:r>
              <a:rPr dirty="0" err="1"/>
              <a:t>vs</a:t>
            </a:r>
            <a:r>
              <a:rPr dirty="0"/>
              <a:t> </a:t>
            </a:r>
            <a:r>
              <a:rPr dirty="0" err="1"/>
              <a:t>Linode</a:t>
            </a:r>
            <a:r>
              <a:rPr dirty="0"/>
              <a:t> (Paid) — In-Depth Survey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Overview, Services, Pricing, Limits, Usability, Performance &amp; </a:t>
            </a:r>
            <a:r>
              <a:rPr dirty="0" smtClean="0"/>
              <a:t>Security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Quick findings &amp; recommendation:</a:t>
            </a:r>
          </a:p>
          <a:p>
            <a:pPr lvl="1"/>
            <a:r>
              <a:rPr dirty="0"/>
              <a:t>• </a:t>
            </a:r>
            <a:r>
              <a:rPr b="1" dirty="0" err="1"/>
              <a:t>Replit</a:t>
            </a:r>
            <a:r>
              <a:rPr b="1" dirty="0"/>
              <a:t> Free</a:t>
            </a:r>
            <a:r>
              <a:rPr dirty="0"/>
              <a:t>: Best for rapid prototyping, education, and collaborative coding. Zero setup, instant sharing, limited resources.</a:t>
            </a:r>
          </a:p>
          <a:p>
            <a:pPr lvl="1"/>
            <a:r>
              <a:rPr dirty="0"/>
              <a:t>• </a:t>
            </a:r>
            <a:r>
              <a:rPr b="1" dirty="0" err="1"/>
              <a:t>Linode</a:t>
            </a:r>
            <a:r>
              <a:rPr b="1" dirty="0"/>
              <a:t> (Paid): </a:t>
            </a:r>
            <a:r>
              <a:rPr dirty="0"/>
              <a:t>Best for production workloads requiring full control, predictable performance, and compliance options. Higher ops overhead.</a:t>
            </a:r>
          </a:p>
          <a:p>
            <a:pPr lvl="1"/>
            <a:r>
              <a:rPr dirty="0"/>
              <a:t>Recommendation: Use </a:t>
            </a:r>
            <a:r>
              <a:rPr dirty="0" err="1"/>
              <a:t>Replit</a:t>
            </a:r>
            <a:r>
              <a:rPr dirty="0"/>
              <a:t> for development and demos; use </a:t>
            </a:r>
            <a:r>
              <a:rPr dirty="0" err="1"/>
              <a:t>Linode</a:t>
            </a:r>
            <a:r>
              <a:rPr dirty="0"/>
              <a:t> for production, scaling, and regulated workloads.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Overview:</a:t>
            </a:r>
          </a:p>
          <a:p>
            <a:pPr lvl="1"/>
            <a:r>
              <a:t>• Browser-based IDE + managed runtime for many languages.</a:t>
            </a:r>
          </a:p>
          <a:p>
            <a:r>
              <a:t>Target users:</a:t>
            </a:r>
          </a:p>
          <a:p>
            <a:pPr lvl="1"/>
            <a:r>
              <a:t>  – Beginners, students, educators.</a:t>
            </a:r>
          </a:p>
          <a:p>
            <a:pPr lvl="1"/>
            <a:r>
              <a:t>  – Developers prototyping quickly and sharing demos.</a:t>
            </a:r>
          </a:p>
          <a:p>
            <a:pPr lvl="1"/>
            <a:r>
              <a:t>  – Small teams using collaborative coding features.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Replit (Free) — Overview &amp; Target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Overview:</a:t>
            </a:r>
          </a:p>
          <a:p>
            <a:pPr lvl="1"/>
            <a:r>
              <a:t>• Infrastructure-as-a-Service (VPS) providing virtual servers, storage, networking.</a:t>
            </a:r>
          </a:p>
          <a:p>
            <a:r>
              <a:t>Target users:</a:t>
            </a:r>
          </a:p>
          <a:p>
            <a:pPr lvl="1"/>
            <a:r>
              <a:t>  – Developers, startups, and businesses needing control and uptime.</a:t>
            </a:r>
          </a:p>
          <a:p>
            <a:pPr lvl="1"/>
            <a:r>
              <a:t>  – Ops teams running production services, databases, and containers.</a:t>
            </a:r>
          </a:p>
          <a:p>
            <a:pPr lvl="1"/>
            <a:r>
              <a:t>  – Users requiring data residency and compliance controls.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Linode (Paid) — Overview &amp; Target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8411" y="767345"/>
            <a:ext cx="8229600" cy="4525963"/>
          </a:xfrm>
        </p:spPr>
        <p:txBody>
          <a:bodyPr/>
          <a:lstStyle/>
          <a:p>
            <a:pPr marL="109728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Steps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Performed :</a:t>
            </a:r>
          </a:p>
          <a:p>
            <a:pPr marL="109728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Step 1: Account Setup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  <a:p>
            <a:pPr marL="109728" lv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Go to replit.com</a:t>
            </a:r>
          </a:p>
          <a:p>
            <a:pPr marL="109728" lv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Sign up using Google/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/email</a:t>
            </a:r>
          </a:p>
          <a:p>
            <a:pPr marL="109728" lv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Open the dashboard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Hands-on experiment: 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2668" y="3141273"/>
            <a:ext cx="4572000" cy="20467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Step 2: Create a New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Repl</a:t>
            </a:r>
            <a:endParaRPr lang="en-US" sz="2800" b="1" i="1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Click “+ Create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Repl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Select Python</a:t>
            </a:r>
          </a:p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Name the project → test-project</a:t>
            </a:r>
          </a:p>
          <a:p>
            <a:pPr lvl="0"/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Click Create </a:t>
            </a:r>
            <a:r>
              <a:rPr lang="en-US" sz="2700" dirty="0" err="1">
                <a:latin typeface="Times New Roman" pitchFamily="18" charset="0"/>
                <a:cs typeface="Times New Roman" pitchFamily="18" charset="0"/>
              </a:rPr>
              <a:t>Repl</a:t>
            </a:r>
            <a:endParaRPr lang="en-US" sz="27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224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513100"/>
            <a:ext cx="8229600" cy="47692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dirty="0">
                <a:effectLst/>
              </a:rPr>
              <a:t>Step 3: Write and Run Code</a:t>
            </a:r>
            <a:r>
              <a:rPr lang="en-US" i="1" dirty="0">
                <a:effectLst/>
              </a:rPr>
              <a:t/>
            </a:r>
            <a:br>
              <a:rPr lang="en-US" i="1" dirty="0">
                <a:effectLst/>
              </a:rPr>
            </a:br>
            <a:r>
              <a:rPr lang="en-US" sz="4000" b="0" dirty="0">
                <a:effectLst/>
              </a:rPr>
              <a:t/>
            </a:r>
            <a:br>
              <a:rPr lang="en-US" sz="4000" b="0" dirty="0">
                <a:effectLst/>
              </a:rPr>
            </a:br>
            <a:endParaRPr lang="en-US" b="0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915" y="1703540"/>
            <a:ext cx="6746434" cy="42656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70480" y="909770"/>
            <a:ext cx="21178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</a:t>
            </a:r>
            <a:r>
              <a:rPr lang="en-US" sz="3200" dirty="0"/>
              <a:t> </a:t>
            </a:r>
            <a:r>
              <a:rPr lang="en-US" dirty="0"/>
              <a:t>main.py, type:</a:t>
            </a:r>
          </a:p>
        </p:txBody>
      </p:sp>
    </p:spTree>
    <p:extLst>
      <p:ext uri="{BB962C8B-B14F-4D97-AF65-F5344CB8AC3E}">
        <p14:creationId xmlns:p14="http://schemas.microsoft.com/office/powerpoint/2010/main" val="214534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Below is a generated screenshot-style image of the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Linode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dashboard of report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="0" dirty="0"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0" dirty="0">
                <a:effectLst/>
                <a:latin typeface="Times New Roman" pitchFamily="18" charset="0"/>
                <a:cs typeface="Times New Roman" pitchFamily="18" charset="0"/>
              </a:rPr>
            </a:br>
            <a:endParaRPr lang="en-US" sz="2400" b="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16" y="1417637"/>
            <a:ext cx="6951946" cy="453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93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Replit (Free) — Key Features:</a:t>
            </a:r>
          </a:p>
          <a:p>
            <a:pPr lvl="1"/>
            <a:r>
              <a:t>• Online IDE with multiplayer editing</a:t>
            </a:r>
          </a:p>
          <a:p>
            <a:pPr lvl="1"/>
            <a:r>
              <a:t>• Instant run &amp; basic hosting (public Repls)</a:t>
            </a:r>
          </a:p>
          <a:p>
            <a:pPr lvl="1"/>
            <a:r>
              <a:t>• Multi-language support, package manager, and shell access</a:t>
            </a:r>
          </a:p>
          <a:p>
            <a:pPr lvl="1"/>
            <a:r>
              <a:t>• Limited AI-assisted coding on free tier</a:t>
            </a:r>
          </a:p>
          <a:p>
            <a:pPr lvl="1"/>
            <a:r>
              <a:t>• GitHub integration and educational tools</a:t>
            </a:r>
          </a:p>
          <a:p>
            <a:r>
              <a:t>Linode (Paid) — Key Features:</a:t>
            </a:r>
          </a:p>
          <a:p>
            <a:pPr lvl="1"/>
            <a:r>
              <a:t>• VPS (shared/dedicated), block/object storage, managed DB</a:t>
            </a:r>
          </a:p>
          <a:p>
            <a:pPr lvl="1"/>
            <a:r>
              <a:t>• Managed Kubernetes (LKE), load balancers, and networking</a:t>
            </a:r>
          </a:p>
          <a:p>
            <a:pPr lvl="1"/>
            <a:r>
              <a:t>• API/CLI automation, snapshots, backups, and firewall</a:t>
            </a:r>
          </a:p>
          <a:p>
            <a:pPr lvl="1"/>
            <a:r>
              <a:t>• Deterministic resource plans and multiple regions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Services &amp;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Replit Pricing (high level):</a:t>
            </a:r>
          </a:p>
          <a:p>
            <a:pPr lvl="1"/>
            <a:r>
              <a:t>• Free tier: $0 (public Repls, resource-limited)</a:t>
            </a:r>
          </a:p>
          <a:p>
            <a:pPr lvl="1"/>
            <a:r>
              <a:t>• Paid individual: ~ $20/month (private Repls, higher quotas)</a:t>
            </a:r>
          </a:p>
          <a:p>
            <a:pPr lvl="1"/>
            <a:r>
              <a:t>• Teams/Enterprise: per-user pricing, SLA and governance options</a:t>
            </a:r>
          </a:p>
          <a:p>
            <a:r>
              <a:t>Linode Pricing (examples):</a:t>
            </a:r>
          </a:p>
          <a:p>
            <a:pPr lvl="1"/>
            <a:r>
              <a:t>• Nanode: $5/month — 1GB RAM, 1 vCPU, 25GB SSD, 1TB transfer</a:t>
            </a:r>
          </a:p>
          <a:p>
            <a:pPr lvl="1"/>
            <a:r>
              <a:t>• 2–4GB: $12–$24/month — common small production sizes</a:t>
            </a:r>
          </a:p>
          <a:p>
            <a:pPr lvl="1"/>
            <a:r>
              <a:t>• Bandwidth overage: ~$0.01–$0.10/GB (region-dependent)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Pricing Model &amp; Approximate Costs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/>
              <a:t>Replit</a:t>
            </a:r>
            <a:r>
              <a:rPr dirty="0"/>
              <a:t> Limitations &amp; Usability:</a:t>
            </a:r>
          </a:p>
          <a:p>
            <a:pPr lvl="1"/>
            <a:r>
              <a:rPr dirty="0"/>
              <a:t>• Auto-sleep on free </a:t>
            </a:r>
            <a:r>
              <a:rPr dirty="0" err="1"/>
              <a:t>Repls</a:t>
            </a:r>
            <a:r>
              <a:rPr dirty="0"/>
              <a:t>; limited runtime and RAM/CPU</a:t>
            </a:r>
          </a:p>
          <a:p>
            <a:pPr lvl="1"/>
            <a:r>
              <a:rPr dirty="0"/>
              <a:t>• Free projects are public by default; private </a:t>
            </a:r>
            <a:r>
              <a:rPr dirty="0" err="1"/>
              <a:t>Repls</a:t>
            </a:r>
            <a:r>
              <a:rPr dirty="0"/>
              <a:t> require paid plan</a:t>
            </a:r>
          </a:p>
          <a:p>
            <a:pPr lvl="1"/>
            <a:r>
              <a:rPr dirty="0"/>
              <a:t>• Less suitable for long-running background processes or high concurrency</a:t>
            </a:r>
          </a:p>
          <a:p>
            <a:pPr lvl="1"/>
            <a:r>
              <a:rPr dirty="0"/>
              <a:t>• Very low setup friction and excellent for collaborative use</a:t>
            </a:r>
          </a:p>
          <a:p>
            <a:r>
              <a:rPr dirty="0" err="1"/>
              <a:t>Linode</a:t>
            </a:r>
            <a:r>
              <a:rPr dirty="0"/>
              <a:t> Limitations &amp; Usability:</a:t>
            </a:r>
          </a:p>
          <a:p>
            <a:pPr lvl="1"/>
            <a:r>
              <a:rPr dirty="0"/>
              <a:t>• Requires </a:t>
            </a:r>
            <a:r>
              <a:rPr dirty="0" err="1"/>
              <a:t>sysadmin</a:t>
            </a:r>
            <a:r>
              <a:rPr dirty="0"/>
              <a:t> knowledge: OS updates, security, backups</a:t>
            </a:r>
          </a:p>
          <a:p>
            <a:pPr lvl="1"/>
            <a:r>
              <a:rPr dirty="0"/>
              <a:t>• Additional managed services cost extra (managed DB, backups)</a:t>
            </a:r>
          </a:p>
          <a:p>
            <a:pPr lvl="1"/>
            <a:r>
              <a:rPr dirty="0"/>
              <a:t>• Greater operational flexibility and predictable behavior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Usability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Replit Performance:</a:t>
            </a:r>
          </a:p>
          <a:p>
            <a:pPr lvl="1"/>
            <a:r>
              <a:t>• Suitable for light compute and I/O; not for CPU-heavy tasks</a:t>
            </a:r>
          </a:p>
          <a:p>
            <a:pPr lvl="1"/>
            <a:r>
              <a:t>• Platform may throttle resources; concurrency limited by plan</a:t>
            </a:r>
          </a:p>
          <a:p>
            <a:pPr lvl="1"/>
            <a:r>
              <a:t>• Quick startup and immediate dev feedback</a:t>
            </a:r>
          </a:p>
          <a:p>
            <a:r>
              <a:t>Linode Performance:</a:t>
            </a:r>
          </a:p>
          <a:p>
            <a:pPr lvl="1"/>
            <a:r>
              <a:t>• Predictable CPU, RAM, and network; choose region for latency</a:t>
            </a:r>
          </a:p>
          <a:p>
            <a:pPr lvl="1"/>
            <a:r>
              <a:t>• Scale vertically (bigger instances) or horizontally (multiple VMs, LKE)</a:t>
            </a:r>
          </a:p>
          <a:p>
            <a:pPr lvl="1"/>
            <a:r>
              <a:t>• Better for databases, sustained traffic, and background workers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Performance Characteristics &amp; Scalability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Security Notes:</a:t>
            </a:r>
          </a:p>
          <a:p>
            <a:pPr lvl="1"/>
            <a:r>
              <a:rPr dirty="0"/>
              <a:t>• </a:t>
            </a:r>
            <a:r>
              <a:rPr dirty="0" err="1"/>
              <a:t>Replit</a:t>
            </a:r>
            <a:r>
              <a:rPr dirty="0"/>
              <a:t>: Platform-managed security; enterprise plans offer SOC 2 and SSO.</a:t>
            </a:r>
          </a:p>
          <a:p>
            <a:pPr lvl="1"/>
            <a:r>
              <a:rPr dirty="0"/>
              <a:t>• </a:t>
            </a:r>
            <a:r>
              <a:rPr dirty="0" err="1"/>
              <a:t>Linode</a:t>
            </a:r>
            <a:r>
              <a:rPr dirty="0"/>
              <a:t>: You control OS-level security, encryption, firewalling, and backups.</a:t>
            </a:r>
          </a:p>
          <a:p>
            <a:pPr lvl="1"/>
            <a:r>
              <a:rPr dirty="0"/>
              <a:t>• For sensitive/regulatory data (PHI, PCI): prefer </a:t>
            </a:r>
            <a:r>
              <a:rPr dirty="0" err="1"/>
              <a:t>IaaS</a:t>
            </a:r>
            <a:r>
              <a:rPr dirty="0"/>
              <a:t> with appropriate contracts (BAA) and hardened servers.</a:t>
            </a:r>
          </a:p>
          <a:p>
            <a:r>
              <a:rPr dirty="0"/>
              <a:t>Recommendations:</a:t>
            </a:r>
          </a:p>
          <a:p>
            <a:pPr lvl="1"/>
            <a:r>
              <a:rPr dirty="0"/>
              <a:t>• Use </a:t>
            </a:r>
            <a:r>
              <a:rPr dirty="0" err="1"/>
              <a:t>Replit</a:t>
            </a:r>
            <a:r>
              <a:rPr dirty="0"/>
              <a:t> free for learning, prototypes, and demos.</a:t>
            </a:r>
          </a:p>
          <a:p>
            <a:pPr lvl="1"/>
            <a:r>
              <a:rPr dirty="0"/>
              <a:t>• Use </a:t>
            </a:r>
            <a:r>
              <a:rPr dirty="0" err="1"/>
              <a:t>Linode</a:t>
            </a:r>
            <a:r>
              <a:rPr dirty="0"/>
              <a:t> for production, compliance needs, and scalable services.</a:t>
            </a:r>
          </a:p>
          <a:p>
            <a:pPr lvl="1"/>
            <a:r>
              <a:rPr dirty="0"/>
              <a:t>• Consider hybrid: develop on </a:t>
            </a:r>
            <a:r>
              <a:rPr dirty="0" err="1"/>
              <a:t>Replit</a:t>
            </a:r>
            <a:r>
              <a:rPr dirty="0"/>
              <a:t>, deploy on </a:t>
            </a:r>
            <a:r>
              <a:rPr dirty="0" err="1"/>
              <a:t>Linode</a:t>
            </a:r>
            <a:r>
              <a:t> for production.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Security Considerations &amp; Recommendations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25</TotalTime>
  <Words>724</Words>
  <Application>Microsoft Office PowerPoint</Application>
  <PresentationFormat>On-screen Show (4:3)</PresentationFormat>
  <Paragraphs>85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Concourse</vt:lpstr>
      <vt:lpstr>Replit Free vs Linode (Paid) — In-Depth Survey</vt:lpstr>
      <vt:lpstr>Executive Summary</vt:lpstr>
      <vt:lpstr>Replit (Free) — Overview &amp; Target Users</vt:lpstr>
      <vt:lpstr>Linode (Paid) — Overview &amp; Target Users</vt:lpstr>
      <vt:lpstr>Hands-on experiment:  </vt:lpstr>
      <vt:lpstr> Step 3: Write and Run Code  </vt:lpstr>
      <vt:lpstr>Below is a generated screenshot-style image of the Linode dashboard of report. </vt:lpstr>
      <vt:lpstr>Core Services &amp; Features</vt:lpstr>
      <vt:lpstr>Pricing Model &amp; Approximate Costs</vt:lpstr>
      <vt:lpstr>Limitations &amp; Usability</vt:lpstr>
      <vt:lpstr>Performance Characteristics &amp; Scalability</vt:lpstr>
      <vt:lpstr>Security Considerations &amp; Recommendations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Replit Free vs Linode (Paid) — In-Depth Survey</dc:title>
  <dc:creator>admin</dc:creator>
  <dc:description>generated using python-pptx</dc:description>
  <cp:lastModifiedBy>admin</cp:lastModifiedBy>
  <cp:revision>5</cp:revision>
  <dcterms:created xsi:type="dcterms:W3CDTF">2013-01-27T09:14:16Z</dcterms:created>
  <dcterms:modified xsi:type="dcterms:W3CDTF">2025-12-03T00:12:14Z</dcterms:modified>
</cp:coreProperties>
</file>